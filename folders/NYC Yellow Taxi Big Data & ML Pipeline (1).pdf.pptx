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32499300" cy="1828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6054535" y="5195366"/>
            <a:ext cx="15034514" cy="10332811"/>
          </a:xfrm>
          <a:custGeom>
            <a:avLst/>
            <a:gdLst/>
            <a:ahLst/>
            <a:cxnLst/>
            <a:rect r="r" b="b" t="t" l="l"/>
            <a:pathLst>
              <a:path h="10332811" w="15034514">
                <a:moveTo>
                  <a:pt x="0" y="0"/>
                </a:moveTo>
                <a:lnTo>
                  <a:pt x="15034514" y="0"/>
                </a:lnTo>
                <a:lnTo>
                  <a:pt x="15034514" y="10332811"/>
                </a:lnTo>
                <a:lnTo>
                  <a:pt x="0" y="10332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04415" y="4828014"/>
            <a:ext cx="14337928" cy="12101161"/>
            <a:chOff x="0" y="0"/>
            <a:chExt cx="2124137" cy="17927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24137" cy="1792765"/>
            </a:xfrm>
            <a:custGeom>
              <a:avLst/>
              <a:gdLst/>
              <a:ahLst/>
              <a:cxnLst/>
              <a:rect r="r" b="b" t="t" l="l"/>
              <a:pathLst>
                <a:path h="1792765" w="2124137">
                  <a:moveTo>
                    <a:pt x="0" y="0"/>
                  </a:moveTo>
                  <a:lnTo>
                    <a:pt x="2124137" y="0"/>
                  </a:lnTo>
                  <a:lnTo>
                    <a:pt x="2124137" y="1792765"/>
                  </a:lnTo>
                  <a:lnTo>
                    <a:pt x="0" y="1792765"/>
                  </a:lnTo>
                  <a:close/>
                </a:path>
              </a:pathLst>
            </a:custGeom>
            <a:solidFill>
              <a:srgbClr val="03061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0"/>
              <a:ext cx="2124137" cy="18880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90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122477" y="4828014"/>
            <a:ext cx="15131935" cy="7522184"/>
          </a:xfrm>
          <a:custGeom>
            <a:avLst/>
            <a:gdLst/>
            <a:ahLst/>
            <a:cxnLst/>
            <a:rect r="r" b="b" t="t" l="l"/>
            <a:pathLst>
              <a:path h="7522184" w="15131935">
                <a:moveTo>
                  <a:pt x="0" y="0"/>
                </a:moveTo>
                <a:lnTo>
                  <a:pt x="15131935" y="0"/>
                </a:lnTo>
                <a:lnTo>
                  <a:pt x="15131935" y="7522184"/>
                </a:lnTo>
                <a:lnTo>
                  <a:pt x="0" y="7522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647" t="0" r="-1647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809140" y="3346128"/>
            <a:ext cx="30340235" cy="10357495"/>
          </a:xfrm>
          <a:custGeom>
            <a:avLst/>
            <a:gdLst/>
            <a:ahLst/>
            <a:cxnLst/>
            <a:rect r="r" b="b" t="t" l="l"/>
            <a:pathLst>
              <a:path h="10357495" w="30340235">
                <a:moveTo>
                  <a:pt x="0" y="0"/>
                </a:moveTo>
                <a:lnTo>
                  <a:pt x="30340236" y="0"/>
                </a:lnTo>
                <a:lnTo>
                  <a:pt x="30340236" y="10357494"/>
                </a:lnTo>
                <a:lnTo>
                  <a:pt x="0" y="103574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47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5797212" y="5066884"/>
            <a:ext cx="15553198" cy="10646676"/>
          </a:xfrm>
          <a:custGeom>
            <a:avLst/>
            <a:gdLst/>
            <a:ahLst/>
            <a:cxnLst/>
            <a:rect r="r" b="b" t="t" l="l"/>
            <a:pathLst>
              <a:path h="10646676" w="15553198">
                <a:moveTo>
                  <a:pt x="0" y="0"/>
                </a:moveTo>
                <a:lnTo>
                  <a:pt x="15553198" y="0"/>
                </a:lnTo>
                <a:lnTo>
                  <a:pt x="15553198" y="10646676"/>
                </a:lnTo>
                <a:lnTo>
                  <a:pt x="0" y="106466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209279" y="4094156"/>
            <a:ext cx="15912932" cy="10204168"/>
          </a:xfrm>
          <a:custGeom>
            <a:avLst/>
            <a:gdLst/>
            <a:ahLst/>
            <a:cxnLst/>
            <a:rect r="r" b="b" t="t" l="l"/>
            <a:pathLst>
              <a:path h="10204168" w="15912932">
                <a:moveTo>
                  <a:pt x="0" y="0"/>
                </a:moveTo>
                <a:lnTo>
                  <a:pt x="15912932" y="0"/>
                </a:lnTo>
                <a:lnTo>
                  <a:pt x="15912932" y="10204168"/>
                </a:lnTo>
                <a:lnTo>
                  <a:pt x="0" y="10204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32511997" cy="18288000"/>
            <a:chOff x="0" y="0"/>
            <a:chExt cx="43349329" cy="2438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3349292" cy="24384000"/>
            </a:xfrm>
            <a:custGeom>
              <a:avLst/>
              <a:gdLst/>
              <a:ahLst/>
              <a:cxnLst/>
              <a:rect r="r" b="b" t="t" l="l"/>
              <a:pathLst>
                <a:path h="24384000" w="43349292">
                  <a:moveTo>
                    <a:pt x="0" y="0"/>
                  </a:moveTo>
                  <a:lnTo>
                    <a:pt x="43349292" y="0"/>
                  </a:lnTo>
                  <a:lnTo>
                    <a:pt x="43349292" y="24384000"/>
                  </a:lnTo>
                  <a:lnTo>
                    <a:pt x="0" y="24384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DAHJiGvJDak</dc:identifier>
  <dcterms:modified xsi:type="dcterms:W3CDTF">2011-08-01T06:04:30Z</dcterms:modified>
  <cp:revision>1</cp:revision>
  <dc:title>NYC Yellow Taxi Big Data &amp; ML Pipeline (1).pdf</dc:title>
</cp:coreProperties>
</file>